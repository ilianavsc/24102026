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0796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3292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930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4131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8845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90749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3683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7482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0142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7076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92769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80F41-02D2-4275-859F-32B3008CF09A}" type="datetimeFigureOut">
              <a:rPr lang="es-VE" smtClean="0"/>
              <a:t>1/10/2026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2D228-06A3-4777-BB61-F4C68F2BA31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68989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9CEBDEC1-F447-47DC-84BB-4AAA5F03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6F8C8C9D-AB62-45F4-A5EE-BD737373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6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9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AD190-9BA7-4417-B490-5022B388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EBF5FD-48DF-47FA-BC0D-337C8CB37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C957DDE-D5DE-4B0A-A6E2-543ECD725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3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8AD92-207F-449E-99B7-1DE76E04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E1F5F-8F5E-434D-AB75-223835FFB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4ECE21A-D057-4AA4-8217-7A97471E3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9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DE80E-4781-42CD-8E0F-63AA4E3D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0E940F-8139-4036-9286-26E2E014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C555DB-5E2C-49B9-BC9C-EBFBD56C5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28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A695E-5265-428A-807A-2837DD24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95C394-3FA4-4696-9547-B26A4F6A0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8F5A69-1706-458D-92B5-4E39A9101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9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ECA33-CFED-4B16-89E5-7BE6CE12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E89595-FBE7-4985-8FC3-38CCEEF53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84558DC-DA4A-45D6-8B92-C72FFF08F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1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4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F41DD-59E4-4A48-B478-B0AE0E2D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30DC05-AC06-46D3-BCBE-A5BDE860B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E93E196-3377-4F05-9698-4ED49595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9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3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ivsc</dc:creator>
  <cp:lastModifiedBy>ivsc</cp:lastModifiedBy>
  <cp:revision>4</cp:revision>
  <cp:lastPrinted>2026-10-02T03:04:44Z</cp:lastPrinted>
  <dcterms:created xsi:type="dcterms:W3CDTF">2026-10-02T02:24:44Z</dcterms:created>
  <dcterms:modified xsi:type="dcterms:W3CDTF">2026-10-02T03:04:48Z</dcterms:modified>
</cp:coreProperties>
</file>