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69" autoAdjust="0"/>
    <p:restoredTop sz="94660"/>
  </p:normalViewPr>
  <p:slideViewPr>
    <p:cSldViewPr snapToGrid="0">
      <p:cViewPr varScale="1">
        <p:scale>
          <a:sx n="90" d="100"/>
          <a:sy n="90" d="100"/>
        </p:scale>
        <p:origin x="1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D49E4F-33B4-416C-9828-1218EE3F71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26C002F-90BE-46DC-80DB-9C17C5285E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2692669-6DB0-4A43-A166-043D8EC65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D7C15-BE64-4647-A00B-A28F6ADC64B3}" type="datetimeFigureOut">
              <a:rPr lang="es-VE" smtClean="0"/>
              <a:t>10/10/2026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A0DCB68-A523-4EDD-A937-4AC605A4B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F011FF9-0747-4F3D-BEA7-EF3C7B93B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40E9F-984B-4684-A4EC-D4CEF6042CC8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293702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21DF0A-4219-4CB5-904E-7494066AE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7C2171E-0661-4429-9566-02E354416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0CE4F91-6ADA-4FF6-A059-C8B99B131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D7C15-BE64-4647-A00B-A28F6ADC64B3}" type="datetimeFigureOut">
              <a:rPr lang="es-VE" smtClean="0"/>
              <a:t>10/10/2026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6F67738-6C4A-4CBC-B3C6-4645E6C02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0A20767-7BC4-447F-9B49-C76241D9E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40E9F-984B-4684-A4EC-D4CEF6042CC8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611642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FC56CF-C5E5-46B7-AF9C-6840CC453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9F76E5F-3EE7-43AD-9162-BD163B89E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3BC5D1F-24F7-44D2-9F4D-FA9B52436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D7C15-BE64-4647-A00B-A28F6ADC64B3}" type="datetimeFigureOut">
              <a:rPr lang="es-VE" smtClean="0"/>
              <a:t>10/10/2026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659F14-8A19-4062-BD0D-B436C1D49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4F45BBE-6D59-4767-A9EA-40CF67551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40E9F-984B-4684-A4EC-D4CEF6042CC8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926424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A8FF6C-DADD-4788-A6D3-9CFF72212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B9E4DE8-2EC7-4415-8C98-144A21F046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EBED381-AFF2-409C-90D9-F8923D6C6D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B19BBD7-4CF2-45ED-9328-B2E7E2CA3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D7C15-BE64-4647-A00B-A28F6ADC64B3}" type="datetimeFigureOut">
              <a:rPr lang="es-VE" smtClean="0"/>
              <a:t>10/10/2026</a:t>
            </a:fld>
            <a:endParaRPr lang="es-V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3CEC891-9E40-45B1-84F3-6AB68875F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0D81627-FD8C-4A6C-AB65-FBFB08B7B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40E9F-984B-4684-A4EC-D4CEF6042CC8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075878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A42CDC-2C6B-46B9-82CB-4281FB9CD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D50466C-4657-4A6C-BDC6-1048D57D7F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1D8805A-7B00-43B3-8D54-A07B8EB088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7F8A3C8-EBB5-487B-AE10-89EFAC7C13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31FAAC5-F83F-405F-9CE2-53C51C097C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9E8D39E-95C1-4C21-ABE2-90141C473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D7C15-BE64-4647-A00B-A28F6ADC64B3}" type="datetimeFigureOut">
              <a:rPr lang="es-VE" smtClean="0"/>
              <a:t>10/10/2026</a:t>
            </a:fld>
            <a:endParaRPr lang="es-V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22713E4-5ACB-44DB-82DD-DD347C8A5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503795C-F554-4D7C-8EDE-A566CC6DA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40E9F-984B-4684-A4EC-D4CEF6042CC8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402288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FE77DA-E17C-4D9E-8D22-230686F6B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BC6DF9F-E4B8-4FA6-AB3E-1F0CD2ABA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D7C15-BE64-4647-A00B-A28F6ADC64B3}" type="datetimeFigureOut">
              <a:rPr lang="es-VE" smtClean="0"/>
              <a:t>10/10/2026</a:t>
            </a:fld>
            <a:endParaRPr lang="es-V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54090F7-9E7A-4630-8E65-A6E59C818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9F25415-B06F-469C-AA8F-EAB6F7668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40E9F-984B-4684-A4EC-D4CEF6042CC8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767607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AA50255-99F5-49EB-A565-F8965AAFB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D7C15-BE64-4647-A00B-A28F6ADC64B3}" type="datetimeFigureOut">
              <a:rPr lang="es-VE" smtClean="0"/>
              <a:t>10/10/2026</a:t>
            </a:fld>
            <a:endParaRPr lang="es-V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DE80073-D9F5-48CE-A582-E5D50119B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A13CA27-BC8C-4BF5-9347-598DE33A2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40E9F-984B-4684-A4EC-D4CEF6042CC8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375641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FA4A4B-A1E2-4069-A807-CB53AE728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5FFDF64-1AEF-43DD-B338-BC7B29A540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C3A998F-41AB-41E1-9219-69B2DDC148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D5C1F45-A357-4741-A76A-6BC6F7BE3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D7C15-BE64-4647-A00B-A28F6ADC64B3}" type="datetimeFigureOut">
              <a:rPr lang="es-VE" smtClean="0"/>
              <a:t>10/10/2026</a:t>
            </a:fld>
            <a:endParaRPr lang="es-V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67EEFC8-45A5-4D00-9770-A68E89995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AD9A340-20F4-4ECC-98FB-B67AB89F2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40E9F-984B-4684-A4EC-D4CEF6042CC8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074817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F83DD6-EA37-428B-AA95-8601C2B1D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6590F15-E66B-4714-A52B-9063E55280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V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237F7D9-A4FE-41E0-B7EE-D7138D82BA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C03509F-3732-44E2-A783-996E5D577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D7C15-BE64-4647-A00B-A28F6ADC64B3}" type="datetimeFigureOut">
              <a:rPr lang="es-VE" smtClean="0"/>
              <a:t>10/10/2026</a:t>
            </a:fld>
            <a:endParaRPr lang="es-V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A92D997-D849-49D8-B98D-5753858C7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E038EA0-CD4A-4270-97DA-C01015B04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40E9F-984B-4684-A4EC-D4CEF6042CC8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154970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B44D17-676F-45E6-8C4E-43592A541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8BE36C4-EC73-4F62-BA7B-E543080B3E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9A04CA1-81BA-402C-BF09-65D2533D6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D7C15-BE64-4647-A00B-A28F6ADC64B3}" type="datetimeFigureOut">
              <a:rPr lang="es-VE" smtClean="0"/>
              <a:t>10/10/2026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67A0E8-FD10-4596-ADAD-D871585FE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F5C912-4A35-45E9-8E98-73E558A5A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40E9F-984B-4684-A4EC-D4CEF6042CC8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518003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ED64B36-172A-4498-845A-F6C961B2B7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C75F326-29AD-467F-91E9-EB78CA372C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3CC7C1B-9359-4D7D-8B7B-44D56E590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D7C15-BE64-4647-A00B-A28F6ADC64B3}" type="datetimeFigureOut">
              <a:rPr lang="es-VE" smtClean="0"/>
              <a:t>10/10/2026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FF54E05-A7A6-479E-A3F4-0DA983656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E46D0FE-AE11-4DC2-B4D2-40DCEEC0A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40E9F-984B-4684-A4EC-D4CEF6042CC8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266926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376FD39-97AC-48D4-B514-56646AA1C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FA87EC5-82E0-40E8-B2FA-E0C17AB54A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C3ECAE5-ACE7-4C88-A2BB-419D0EE1C9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AD7C15-BE64-4647-A00B-A28F6ADC64B3}" type="datetimeFigureOut">
              <a:rPr lang="es-VE" smtClean="0"/>
              <a:t>10/10/2026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A85FA07-D2CE-426F-B8BF-010D04125B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4842D7B-4721-4235-85B3-D3DBDAF23B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D40E9F-984B-4684-A4EC-D4CEF6042CC8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841449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F410D66-C06C-4E0E-A1B6-2995EBA0E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2558" cy="6858000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9A298B94-891E-4249-91CA-37E1C4B8DD06}"/>
              </a:ext>
            </a:extLst>
          </p:cNvPr>
          <p:cNvSpPr/>
          <p:nvPr/>
        </p:nvSpPr>
        <p:spPr>
          <a:xfrm>
            <a:off x="9707526" y="191386"/>
            <a:ext cx="2388781" cy="14141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68169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A4C11E-A709-4756-9FE4-C4819BF0A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07962F-A3ED-4019-A849-EA25506E5B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VE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4912F8C-BB7C-427C-AB5A-A1788A387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9983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A232DDF2-2CED-42A9-B886-45C1647D22BB}"/>
              </a:ext>
            </a:extLst>
          </p:cNvPr>
          <p:cNvSpPr/>
          <p:nvPr/>
        </p:nvSpPr>
        <p:spPr>
          <a:xfrm>
            <a:off x="9707526" y="191386"/>
            <a:ext cx="2388781" cy="14141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749993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176A4E-72FC-4D83-B683-F11BC5319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CB5C4D-CD48-453A-A8BD-2DE69210E7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VE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FB54F13-25C5-4AB7-91E1-4C6CD9861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229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0B7D1FC5-4DE3-4F5C-954D-0416DB8E1007}"/>
              </a:ext>
            </a:extLst>
          </p:cNvPr>
          <p:cNvSpPr/>
          <p:nvPr/>
        </p:nvSpPr>
        <p:spPr>
          <a:xfrm>
            <a:off x="9707526" y="191386"/>
            <a:ext cx="2388781" cy="14141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291711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655BE1-F238-491B-8BFD-B8FBCC998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180DD7-C79F-4EB2-85E6-112EAAE996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VE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CED2E57-8E66-4D92-95F6-60A4D429C5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B2E322E4-C10E-4036-BCF7-D229349051CC}"/>
              </a:ext>
            </a:extLst>
          </p:cNvPr>
          <p:cNvSpPr/>
          <p:nvPr/>
        </p:nvSpPr>
        <p:spPr>
          <a:xfrm>
            <a:off x="9707526" y="191386"/>
            <a:ext cx="2388781" cy="14141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48829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51D874-7B8A-483C-BE89-07FFA80AA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882627-57BD-423D-A997-1E2FAB4716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VE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A74869A-5167-4BE2-802C-4EB2A6C02C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0473" cy="6858000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C6EA0A81-997B-40A3-9717-D540F6498FA6}"/>
              </a:ext>
            </a:extLst>
          </p:cNvPr>
          <p:cNvSpPr/>
          <p:nvPr/>
        </p:nvSpPr>
        <p:spPr>
          <a:xfrm>
            <a:off x="9707526" y="191386"/>
            <a:ext cx="2388781" cy="14141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559210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1D2701-8657-4255-8F64-A3B070090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728A39-3506-4DF0-BC0E-657782C056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VE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0AF7CF1-5E76-49E4-890D-B7BD20F078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12192749" cy="6858001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890177AA-AD23-40DE-BF53-48A3D5C72D87}"/>
              </a:ext>
            </a:extLst>
          </p:cNvPr>
          <p:cNvSpPr/>
          <p:nvPr/>
        </p:nvSpPr>
        <p:spPr>
          <a:xfrm>
            <a:off x="9707526" y="191386"/>
            <a:ext cx="2388781" cy="14141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169871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2DCA49-5C3B-4E68-B69A-EEABD21CA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475253F-AD6A-445C-8BB5-F85DE5BE5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VE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1B91A50-B412-4E9D-928A-7003EE1E1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0516AA5B-868D-43A4-AC48-A9A62B64B86C}"/>
              </a:ext>
            </a:extLst>
          </p:cNvPr>
          <p:cNvSpPr/>
          <p:nvPr/>
        </p:nvSpPr>
        <p:spPr>
          <a:xfrm>
            <a:off x="9707526" y="191386"/>
            <a:ext cx="2388781" cy="14141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323557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6FFAF7-0EB1-4436-94BA-E1F7C340B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8B6C49-20F7-4C09-A86A-6D03873DB2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VE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6D3DD4C-450B-437D-A89B-1562FFFB57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1819" cy="6858000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F65C53F4-F917-4DA8-AE0E-518D75BF1B30}"/>
              </a:ext>
            </a:extLst>
          </p:cNvPr>
          <p:cNvSpPr/>
          <p:nvPr/>
        </p:nvSpPr>
        <p:spPr>
          <a:xfrm>
            <a:off x="9707526" y="191386"/>
            <a:ext cx="2388781" cy="14141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298072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61225D-84D7-4E4F-AA08-394985705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38C876C-8147-4554-AC22-EC981485A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VE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226E72B-31E0-471B-B7CC-6E91FDBC9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4925" cy="6858000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9B8380E4-AA30-4B0F-A895-B672BC2CF111}"/>
              </a:ext>
            </a:extLst>
          </p:cNvPr>
          <p:cNvSpPr/>
          <p:nvPr/>
        </p:nvSpPr>
        <p:spPr>
          <a:xfrm>
            <a:off x="9707526" y="191386"/>
            <a:ext cx="2388781" cy="14141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7020296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0</Words>
  <Application>Microsoft Office PowerPoint</Application>
  <PresentationFormat>Panorámica</PresentationFormat>
  <Paragraphs>0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ivsc</dc:creator>
  <cp:lastModifiedBy>ivsc</cp:lastModifiedBy>
  <cp:revision>2</cp:revision>
  <cp:lastPrinted>2026-10-10T09:57:57Z</cp:lastPrinted>
  <dcterms:created xsi:type="dcterms:W3CDTF">2026-10-10T09:46:19Z</dcterms:created>
  <dcterms:modified xsi:type="dcterms:W3CDTF">2026-10-10T09:58:23Z</dcterms:modified>
</cp:coreProperties>
</file>